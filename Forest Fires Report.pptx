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0784-5A41-4E05-804E-5DDB27593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89C76-FEAC-48C3-B707-1E30352BA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CBE45-F10C-4C1A-A40F-F12B54CF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C2027-E876-4D19-8306-6A6F3354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CDA8E-C470-4F28-AA3D-A3753714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0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93BE-5A73-44D1-8075-9CC23A3B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F39C-89E8-4598-B64D-CDB8D4B23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4572D-F63E-4BAE-B4DC-BF3E51E77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56F15-D734-4B65-86FF-4DC2BB15C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7C290-67EB-482F-A9B8-6C23CC0F0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53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C2DE-3370-4345-8265-FD3FBFB83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1AF7E-7F0A-4F6C-A520-49861247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31419-B87C-489C-8C62-3E804EAE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94CB-3CC6-4B72-A293-0F75C9CD0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DFDFB-220D-42B2-882A-E8E3901BE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3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9049-62FA-41E8-891F-93C8B363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E0745-A3EF-4B09-B1AC-84D93BF6C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C93F4-B097-446D-852C-750231E7F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C5F96-CB74-4274-B0C3-71CB4F30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757D5-0479-49B9-A1AF-A149BEC1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E8F69-5D51-44C7-B2F0-A5E36846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4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2009E-57E9-4CFB-A6B4-47D83FE1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1CBFC-CBE3-4F71-B4B1-85C257B96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864A2-F0F8-40D9-95ED-3AD141820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DF6A8-87F0-46BE-98FF-F4D1B29B6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D6259-5711-4CAA-95E8-397C131E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EDA98-291D-4C86-A06F-0D5F5FA6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1A389-B51D-40DE-97FD-B7052E4D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A98EA-97B0-4418-B332-0CF6DA5C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4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A779-FB4D-40DF-94C7-10B735614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CFB23-699C-4B1B-A2F8-17E9CCD5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B113D-EDBE-4A3A-9F6B-69EEA384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7D9BF-8721-49EC-A487-BF5B1110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10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D5143-F1D6-4D51-9E8F-F69649AB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40A0F-AF3C-4912-B3A0-85EAAF77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09978-A723-43E0-B56A-1A8198C2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13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BD8F-5F80-4FC0-BCE5-DDC029B37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882A6-CA60-442B-A63E-8510A12A3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E7D98-F2C0-47C1-BEDC-D2C984ACB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C8BD0-8002-4335-8784-218E7D17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44E87-4F77-4D81-B327-97ABAC8E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6C344-292D-4366-B2B4-0685E871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78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3318-1D02-41C2-890B-15F94B8C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DBC26-63FB-45A0-A68E-B550A645D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406BF-B45D-414E-A454-3CE4ADE1C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6B541-6D93-4594-B2AA-E5759372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3B48D-92E0-42DA-9C70-D2A53898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E7C5A-B69B-4A53-B2A0-CCC84D13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87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3F1C-5921-4716-9185-8C59EF53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16FB4-1278-494F-9AAA-666DFB9C7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69DCF-ECA3-45DF-9C71-A19D16EBC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3270A-C6EA-40E8-812F-889A67C8A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086A8-F2A2-4376-B7BE-7CA59C43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0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BF4F8-241E-49B1-9500-52D8F9439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38F5D-2B04-4B9D-8A38-113969CAC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2C8FF-AABF-4352-8A19-23E47460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204D5-2568-42FB-B94C-A90731D2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8DE44-85BE-404D-A8E7-4CB44032C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6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C25F4-5917-4274-89AF-851185E7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46F11-3833-4357-85C6-302868EFE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4F92A-0FD6-4C04-9853-989C8F836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4F816-317A-46FD-94B1-2CBBDBDB23A2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DD327-8208-42F0-99F1-A38A49654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56E4F-F3DF-4C42-BC1F-6C7B525D1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BC925-4495-40F7-85D6-A08584BE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3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7A8637-B80D-4D2F-A3F0-E2E29FBE378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FOREST FIRES ANALYSIS EXECUTIVE SUMMARY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E25898-A5A2-4AE8-A46D-DF2BD43E42D2}"/>
              </a:ext>
            </a:extLst>
          </p:cNvPr>
          <p:cNvSpPr/>
          <p:nvPr/>
        </p:nvSpPr>
        <p:spPr>
          <a:xfrm>
            <a:off x="0" y="1060174"/>
            <a:ext cx="12192000" cy="5300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This report comprises an analysis of a forest fires dataset provided by ACA as part of a learning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analysis was done by first cleaning </a:t>
            </a:r>
            <a:r>
              <a:rPr lang="en-US" sz="1200">
                <a:solidFill>
                  <a:schemeClr val="tx1"/>
                </a:solidFill>
              </a:rPr>
              <a:t>and transforming the </a:t>
            </a:r>
            <a:r>
              <a:rPr lang="en-US" sz="1200" dirty="0">
                <a:solidFill>
                  <a:schemeClr val="tx1"/>
                </a:solidFill>
              </a:rPr>
              <a:t>data on Microsoft Excel, then analyzing the data on Microsoft SQL and Visualizing on Microsoft Power BI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D7DB6C-B78E-4952-B6D7-C72A4CC5A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32" y="1736035"/>
            <a:ext cx="5726329" cy="51219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E69CC9-C455-47A2-8D99-0BB72E960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7461" y="1736035"/>
            <a:ext cx="6334539" cy="51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6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BITRUS</dc:creator>
  <cp:lastModifiedBy>BITRUS</cp:lastModifiedBy>
  <cp:revision>9</cp:revision>
  <dcterms:created xsi:type="dcterms:W3CDTF">2025-08-17T15:18:32Z</dcterms:created>
  <dcterms:modified xsi:type="dcterms:W3CDTF">2025-08-17T19:41:54Z</dcterms:modified>
</cp:coreProperties>
</file>