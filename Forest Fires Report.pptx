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60784-5A41-4E05-804E-5DDB275937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C89C76-FEAC-48C3-B707-1E30352BA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BCBE45-F10C-4C1A-A40F-F12B54CF0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24F816-317A-46FD-94B1-2CBBDBDB23A2}" type="datetimeFigureOut">
              <a:rPr lang="en-US" smtClean="0"/>
              <a:t>8/17/2025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FC2027-E876-4D19-8306-6A6F33548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2CDA8E-C470-4F28-AA3D-A3753714F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BC925-4495-40F7-85D6-A08584BE2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5055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793BE-5A73-44D1-8075-9CC23A3B9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25F39C-89E8-4598-B64D-CDB8D4B23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4572D-F63E-4BAE-B4DC-BF3E51E77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24F816-317A-46FD-94B1-2CBBDBDB23A2}" type="datetimeFigureOut">
              <a:rPr lang="en-US" smtClean="0"/>
              <a:t>8/17/2025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C56F15-D734-4B65-86FF-4DC2BB15C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7C290-67EB-482F-A9B8-6C23CC0F03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BC925-4495-40F7-85D6-A08584BE2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53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DC2DE-3370-4345-8265-FD3FBFB83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01AF7E-7F0A-4F6C-A520-49861247D5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31419-B87C-489C-8C62-3E804EAE3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24F816-317A-46FD-94B1-2CBBDBDB23A2}" type="datetimeFigureOut">
              <a:rPr lang="en-US" smtClean="0"/>
              <a:t>8/17/2025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0D94CB-3CC6-4B72-A293-0F75C9CD0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EDFDFB-220D-42B2-882A-E8E3901BE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BC925-4495-40F7-85D6-A08584BE2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634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19049-62FA-41E8-891F-93C8B3632C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1E0745-A3EF-4B09-B1AC-84D93BF6CD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CC93F4-B097-446D-852C-750231E7F3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DC5F96-CB74-4274-B0C3-71CB4F305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24F816-317A-46FD-94B1-2CBBDBDB23A2}" type="datetimeFigureOut">
              <a:rPr lang="en-US" smtClean="0"/>
              <a:t>8/17/2025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E757D5-0479-49B9-A1AF-A149BEC1E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E8F69-5D51-44C7-B2F0-A5E368469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BC925-4495-40F7-85D6-A08584BE2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5497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2009E-57E9-4CFB-A6B4-47D83FE1D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61CBFC-CBE3-4F71-B4B1-85C257B96D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C864A2-F0F8-40D9-95ED-3AD141820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5DF6A8-87F0-46BE-98FF-F4D1B29B60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8D6259-5711-4CAA-95E8-397C131E04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F0EDA98-291D-4C86-A06F-0D5F5FA6F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24F816-317A-46FD-94B1-2CBBDBDB23A2}" type="datetimeFigureOut">
              <a:rPr lang="en-US" smtClean="0"/>
              <a:t>8/17/2025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31A389-B51D-40DE-97FD-B7052E4D3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3BA98EA-97B0-4418-B332-0CF6DA5C5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BC925-4495-40F7-85D6-A08584BE2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2456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1A779-FB4D-40DF-94C7-10B735614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ACFB23-699C-4B1B-A2F8-17E9CCD5A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24F816-317A-46FD-94B1-2CBBDBDB23A2}" type="datetimeFigureOut">
              <a:rPr lang="en-US" smtClean="0"/>
              <a:t>8/17/2025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6B113D-EDBE-4A3A-9F6B-69EEA3844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97D9BF-8721-49EC-A487-BF5B11103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BC925-4495-40F7-85D6-A08584BE2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0108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1D5143-F1D6-4D51-9E8F-F69649AB6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24F816-317A-46FD-94B1-2CBBDBDB23A2}" type="datetimeFigureOut">
              <a:rPr lang="en-US" smtClean="0"/>
              <a:t>8/17/2025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A40A0F-AF3C-4912-B3A0-85EAAF779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09978-A723-43E0-B56A-1A8198C2B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BC925-4495-40F7-85D6-A08584BE2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5139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FBD8F-5F80-4FC0-BCE5-DDC029B37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882A6-CA60-442B-A63E-8510A12A32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EE7D98-F2C0-47C1-BEDC-D2C984ACBE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0C8BD0-8002-4335-8784-218E7D172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24F816-317A-46FD-94B1-2CBBDBDB23A2}" type="datetimeFigureOut">
              <a:rPr lang="en-US" smtClean="0"/>
              <a:t>8/17/2025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D44E87-4F77-4D81-B327-97ABAC8E7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F6C344-292D-4366-B2B4-0685E8716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BC925-4495-40F7-85D6-A08584BE2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778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43318-1D02-41C2-890B-15F94B8CE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84DBC26-63FB-45A0-A68E-B550A645DE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406BF-B45D-414E-A454-3CE4ADE1C2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66B541-6D93-4594-B2AA-E5759372D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24F816-317A-46FD-94B1-2CBBDBDB23A2}" type="datetimeFigureOut">
              <a:rPr lang="en-US" smtClean="0"/>
              <a:t>8/17/2025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93B48D-92E0-42DA-9C70-D2A538980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7E7C5A-B69B-4A53-B2A0-CCC84D139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BC925-4495-40F7-85D6-A08584BE2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8875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F3F1C-5921-4716-9185-8C59EF537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E16FB4-1278-494F-9AAA-666DFB9C7B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769DCF-ECA3-45DF-9C71-A19D16EBC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24F816-317A-46FD-94B1-2CBBDBDB23A2}" type="datetimeFigureOut">
              <a:rPr lang="en-US" smtClean="0"/>
              <a:t>8/17/2025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63270A-C6EA-40E8-812F-889A67C8AD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4086A8-F2A2-4376-B7BE-7CA59C430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BC925-4495-40F7-85D6-A08584BE2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36006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DBF4F8-241E-49B1-9500-52D8F94396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B38F5D-2B04-4B9D-8A38-113969CACA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82C8FF-AABF-4352-8A19-23E474604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24F816-317A-46FD-94B1-2CBBDBDB23A2}" type="datetimeFigureOut">
              <a:rPr lang="en-US" smtClean="0"/>
              <a:t>8/17/2025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D204D5-2568-42FB-B94C-A90731D27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A8DE44-85BE-404D-A8E7-4CB44032C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BC925-4495-40F7-85D6-A08584BE2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4618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0DC25F4-5917-4274-89AF-851185E76A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446F11-3833-4357-85C6-302868EFE0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C4F92A-0FD6-4C04-9853-989C8F836F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24F816-317A-46FD-94B1-2CBBDBDB23A2}" type="datetimeFigureOut">
              <a:rPr lang="en-US" smtClean="0"/>
              <a:t>8/17/2025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9DD327-8208-42F0-99F1-A38A49654B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356E4F-F3DF-4C42-BC1F-6C7B525D16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7BC925-4495-40F7-85D6-A08584BE2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2306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27A8637-B80D-4D2F-A3F0-E2E29FBE3786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FOREST FIRES ANALYSIS EXECUTIVE SUMMARY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E25898-A5A2-4AE8-A46D-DF2BD43E42D2}"/>
              </a:ext>
            </a:extLst>
          </p:cNvPr>
          <p:cNvSpPr/>
          <p:nvPr/>
        </p:nvSpPr>
        <p:spPr>
          <a:xfrm>
            <a:off x="0" y="1060174"/>
            <a:ext cx="12192000" cy="53008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This report comprises an analysis of a forest fires dataset provided by ACA as part of a learning module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The analysis was done by first cleaning </a:t>
            </a:r>
            <a:r>
              <a:rPr lang="en-US" sz="1200">
                <a:solidFill>
                  <a:schemeClr val="tx1"/>
                </a:solidFill>
              </a:rPr>
              <a:t>and transforming the </a:t>
            </a:r>
            <a:r>
              <a:rPr lang="en-US" sz="1200" dirty="0">
                <a:solidFill>
                  <a:schemeClr val="tx1"/>
                </a:solidFill>
              </a:rPr>
              <a:t>data on Microsoft Excel, then analyzing the data on Microsoft SQL and Visualizing on Microsoft Power BI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0D7DB6C-B78E-4952-B6D7-C72A4CC5A3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1132" y="1736035"/>
            <a:ext cx="6282920" cy="512196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E69CC9-C455-47A2-8D99-0BB72E9605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1734361"/>
            <a:ext cx="5964868" cy="5121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9678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52</Words>
  <Application>Microsoft Office PowerPoint</Application>
  <PresentationFormat>Widescreen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Times New Roman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BITRUS</dc:creator>
  <cp:lastModifiedBy>BITRUS</cp:lastModifiedBy>
  <cp:revision>7</cp:revision>
  <dcterms:created xsi:type="dcterms:W3CDTF">2025-08-17T15:18:32Z</dcterms:created>
  <dcterms:modified xsi:type="dcterms:W3CDTF">2025-08-17T17:26:48Z</dcterms:modified>
</cp:coreProperties>
</file>